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457200"/>
            <a:ext cx="1371600" cy="13716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pic>
        <p:nvPicPr>
          <p:cNvPr id="3" name="Image 0" descr="/home/user/tochka_rosta/asset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6858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65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РОСТА АйТи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23774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ИИ-система для стоматологий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517904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Возвращаем пациентов, отвечаем 24/7 и разбираем звонки — без лишнего штата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991356" y="4617720"/>
            <a:ext cx="4206240" cy="777240"/>
          </a:xfrm>
          <a:prstGeom prst="roundRect">
            <a:avLst>
              <a:gd name="adj" fmla="val 49412"/>
            </a:avLst>
          </a:prstGeom>
          <a:solidFill>
            <a:srgbClr val="18A67A"/>
          </a:solidFill>
          <a:ln/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991356" y="4617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месяц — бесплатно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пробный период, без обязательств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клиника теряет деньги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точки, где тихо уходят пациенты и прибыль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5838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731520" cy="7315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6" name="Image 0" descr="/home/user/tochka_rosta/assets/icons/t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51253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75688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Незавершённое лечение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Пациенты не доходят до конца плана и не возвращаются — клиника недополучает выручку, которая уже была в работе.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81928" y="1783080"/>
            <a:ext cx="535838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075688"/>
            <a:ext cx="731520" cy="7315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1" name="Image 1" descr="/home/user/tochka_rosta/assets/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251253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6368" y="2075688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без ответа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01968" y="2880360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Вечером и в выходные писать некому. Пациент уходит к тем, кто ответил первым.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5838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07408"/>
            <a:ext cx="731520" cy="7315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6" name="Image 2" descr="/home/user/tochka_rosta/assets/icons/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4582973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407408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Пациентов теряют на звонках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8680" y="5212080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не дожимает до записи, а прослушать все разговоры руководитель не успевает.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81928" y="4114800"/>
            <a:ext cx="535838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1968" y="4407408"/>
            <a:ext cx="731520" cy="7315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1" name="Image 3" descr="/home/user/tochka_rosta/assets/icons/ru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533" y="4582973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6368" y="4407408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Дорогой контроль качества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01968" y="5212080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 ради обзвона и контроля — это зарплата, обучение и человеческий фактор.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клиника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деньги и освобождённое время — уже в первый месяц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583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1E7BD6"/>
          </a:solidFill>
          <a:ln/>
        </p:spPr>
      </p:sp>
      <p:pic>
        <p:nvPicPr>
          <p:cNvPr id="6" name="Image 0" descr="/home/user/tochka_rosta/assets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329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Возвращённые пациенты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+8–12</a:t>
            </a:r>
            <a:pPr algn="l" indent="0" marL="0">
              <a:buNone/>
            </a:pPr>
            <a:r>
              <a:rPr lang="en-US" sz="1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мес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77240" y="4069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90 000 ₽ дополнительной выручки каждый месяц — из тех, кто иначе не вернулся бы в клинику.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81928" y="1737360"/>
            <a:ext cx="53583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01968" y="2057400"/>
            <a:ext cx="731520" cy="731520"/>
          </a:xfrm>
          <a:prstGeom prst="ellipse">
            <a:avLst/>
          </a:prstGeom>
          <a:solidFill>
            <a:srgbClr val="18A67A"/>
          </a:solidFill>
          <a:ln/>
        </p:spPr>
      </p:sp>
      <p:pic>
        <p:nvPicPr>
          <p:cNvPr id="12" name="Image 1" descr="/home/user/tochka_rosta/assets/icons/head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2329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6368" y="2103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администратора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510528" y="2926080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8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12 ч</a:t>
            </a:r>
            <a:pPr algn="l" indent="0" marL="0">
              <a:buNone/>
            </a:pPr>
            <a:r>
              <a:rPr lang="en-US" sz="1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неделю</a:t>
            </a:r>
            <a:endParaRPr lang="en-US" sz="4400" dirty="0"/>
          </a:p>
        </p:txBody>
      </p:sp>
      <p:sp>
        <p:nvSpPr>
          <p:cNvPr id="15" name="Text 11"/>
          <p:cNvSpPr/>
          <p:nvPr/>
        </p:nvSpPr>
        <p:spPr>
          <a:xfrm>
            <a:off x="6510528" y="4069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отвечает и записывает, ИИ готовит обзвон и разбирает звонки — рутина уходит с сотрудника.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2235A"/>
          </a:solidFill>
          <a:ln/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ни одного пропущенного обращения и звонка — система на связи круглосуточно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оценка для клиники среднего размера; итог зависит от объёма базы и потока обращений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пациентов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8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ИИ-куратор вместо штатного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ночь находит пациентов с незаконченным лечением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Подбирает аргумент под каждого: акция, рассрочка, забота врача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готовый сценарий звонка с ответами на возражения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Отмечает результат и считает возвращённую выручку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13832" y="1634776"/>
            <a:ext cx="6208776" cy="3588449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pic>
        <p:nvPicPr>
          <p:cNvPr id="7" name="Image 0" descr="/tmp/claude-0/-home-user-tochka-rosta/710b4ea1-6d5a-55ab-b726-c286847e9d7b/scratchpad/slide-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744504"/>
            <a:ext cx="5989320" cy="33689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помощник 24/7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8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Бот, который не спит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пациентам в Телеграме, Максе и на сайте за секунды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записывает на приём и узнаёт пациента по базе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Сложный вопрос передаёт администратору в один клик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каналы и переписки собраны в одном окне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13832" y="1634776"/>
            <a:ext cx="6208776" cy="3588449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pic>
        <p:nvPicPr>
          <p:cNvPr id="7" name="Image 0" descr="/tmp/claude-0/-home-user-tochka-rosta/710b4ea1-6d5a-55ab-b726-c286847e9d7b/scratchpad/slide-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744504"/>
            <a:ext cx="5989320" cy="3368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звонков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8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каждого разговора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Слушает записи из телефонии и оценивает работу по баллам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Показывает, где потеряли пациента и как надо было ответить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Готовит отчёт по ошибкам для планёрки руководителя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Поднимает конверсию звонка в запись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13832" y="1634776"/>
            <a:ext cx="6208776" cy="3588449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pic>
        <p:nvPicPr>
          <p:cNvPr id="7" name="Image 0" descr="/tmp/claude-0/-home-user-tochka-rosta/710b4ea1-6d5a-55ab-b726-c286847e9d7b/scratchpad/slide-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744504"/>
            <a:ext cx="5989320" cy="33689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202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вернуть своих пациентов?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517904" y="2834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Подключим к вашей МИС и телефонии за несколько дней. Покажем результат на вашей базе.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991356" y="3703320"/>
            <a:ext cx="4206240" cy="777240"/>
          </a:xfrm>
          <a:prstGeom prst="roundRect">
            <a:avLst>
              <a:gd name="adj" fmla="val 49412"/>
            </a:avLst>
          </a:prstGeom>
          <a:solidFill>
            <a:srgbClr val="18A67A"/>
          </a:solidFill>
          <a:ln/>
          <a:effectLst>
            <a:outerShdw sx="100000" sy="100000" kx="0" ky="0" algn="bl" rotWithShape="0" blurRad="1270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91356" y="37033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месяц — бесплатно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роста АйТи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Точка роста АйТи</dc:creator>
  <cp:lastModifiedBy>Точка роста АйТи</cp:lastModifiedBy>
  <cp:revision>1</cp:revision>
  <dcterms:created xsi:type="dcterms:W3CDTF">2026-07-21T14:02:54Z</dcterms:created>
  <dcterms:modified xsi:type="dcterms:W3CDTF">2026-07-21T14:02:54Z</dcterms:modified>
</cp:coreProperties>
</file>